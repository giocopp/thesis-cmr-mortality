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Mediterranean route (IOM): monthly crossings time series + Missing Migrants incidents (2014–2025)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figure includes a ready-to-run R/ggplot2 snippet (full script: eda_plots.R)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 (already available)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IOM Missing Migrants Project (incident-level)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File: iom_mmp_incidents_2014_2025_reg.csv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used in this EDA: Route == "Central Mediterranean"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fields: Incident date, No. dead/missing, Cause of death (category), Latitude/Longitude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IOM monthly Mediterranean crossings time series (multivariate time series)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File: med_crossings_monthlyTS.csv (one row per month)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 Med attempt proxy: arrivals (Italy+Malta) + interceptions (Libyan Coast Guard) + CMR deaths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this file, the LCG interceptions series starts in 2016 (earlier months are missing)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794760"/>
            <a:ext cx="10881360" cy="2788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977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goals for the slide deck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434340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Visualize trends in attempts and mortality (risk per attempt)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Summarize incident composition (causes) and geography (pre/post key dates)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consistency across the two datasets and surface definition mismatches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 reusable R code blocks you can paste into a Quarto/analysis pipeline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series: components of attempted crossings (CMR, 2016–2025)</a:t>
            </a:r>
            <a:endParaRPr lang="en-US" sz="2000" dirty="0"/>
          </a:p>
        </p:txBody>
      </p:sp>
      <p:pic>
        <p:nvPicPr>
          <p:cNvPr id="4" name="Image 0" descr="/mnt/data/eda_plots/ts_attempt_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7863840" cy="5532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960120"/>
            <a:ext cx="3611880" cy="5532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0515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(ggplot2) snippet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41080" y="1298448"/>
            <a:ext cx="324612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tidyverse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library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lubridate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read_csv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"med_crossings_monthlyTS.csv"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as.Date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arrivals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coalesce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sea_arrivals_in_italy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coalesce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sea_arrivals_in_malta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interceptions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coalesce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interceptions_by_libyan_coast_guard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deaths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coalesce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as.Date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"2016-01-01"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transmute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arrivals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interceptions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deaths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pivot_longer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ggplot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geom_area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6565392"/>
            <a:ext cx="11567160" cy="2377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592824"/>
            <a:ext cx="11292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LCG interceptions start in 2016 in this file → plot window uses 2016–2025.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series: mortality per 1,000 attempts + policy markers</a:t>
            </a:r>
            <a:endParaRPr lang="en-US" sz="2000" dirty="0"/>
          </a:p>
        </p:txBody>
      </p:sp>
      <p:pic>
        <p:nvPicPr>
          <p:cNvPr id="4" name="Image 0" descr="/mnt/data/eda_plots/ts_mortality_poli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7863840" cy="5532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960120"/>
            <a:ext cx="3611880" cy="5532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0515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(ggplot2) snippet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41080" y="1298448"/>
            <a:ext cx="324612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tibble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tribble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"MoU"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as.Date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"2017-02-02"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"NGO CoC"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as.Date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"2017-07-01"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"Piantedosi"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as.Date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"2023-01-02"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"Flussi"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as.Date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"2024-12-01"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as.Date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"2016-01-01"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arrivals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interceptions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mort_1000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ggplot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mort_1000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geom_line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geom_vline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xintercept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linetype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"dashed"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6565392"/>
            <a:ext cx="11567160" cy="2377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592824"/>
            <a:ext cx="11292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EDA only: overlapping shocks and reporting changes mean these are not causal effects.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check: fatalities in TS vs incident data</a:t>
            </a:r>
            <a:endParaRPr lang="en-US" sz="2000" dirty="0"/>
          </a:p>
        </p:txBody>
      </p:sp>
      <p:pic>
        <p:nvPicPr>
          <p:cNvPr id="4" name="Image 0" descr="/mnt/data/eda_plots/compare_monthly_dea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7863840" cy="5532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960120"/>
            <a:ext cx="3611880" cy="5532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0515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(ggplot2) snippet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41080" y="1298448"/>
            <a:ext cx="324612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read_csv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"iom_mmp_incidents_2014_2025_reg.csv"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incident_date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`Incident date`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as.Date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"Central Mediterranean"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inc_m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inc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"month"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group_by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summarise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deaths_missing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`No. dead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missing`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na.rm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select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deaths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left_join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inc_m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"month"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6565392"/>
            <a:ext cx="11567160" cy="2377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592824"/>
            <a:ext cx="11292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series can differ because definitions and route-classification rules differ (TS 'cmr' vs incident Route label; deaths vs deaths+missing).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Incidents: deaths+missing by year (bars) and number of incidents (line)</a:t>
            </a:r>
            <a:endParaRPr lang="en-US" sz="2000" dirty="0"/>
          </a:p>
        </p:txBody>
      </p:sp>
      <p:pic>
        <p:nvPicPr>
          <p:cNvPr id="4" name="Image 0" descr="/mnt/data/eda_plots/inc_yearly_deaths_incid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7863840" cy="5532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960120"/>
            <a:ext cx="3611880" cy="5532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0515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(ggplot2) snippet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41080" y="1298448"/>
            <a:ext cx="324612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inc_y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inc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group_by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summarise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deaths_missing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`No. dead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missing`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na.rm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incidents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inc_y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deaths_missing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inc_y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inc_y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geom_col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deaths_missing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geom_line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geom_point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scale_y_continuous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sec.axis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sec_axis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"Incidents"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6565392"/>
            <a:ext cx="11567160" cy="2377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592824"/>
            <a:ext cx="11292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axis uses a scaling factor for readability; keep deaths+missing as the primary measure.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Incidents: top cause-of-death categories (Central Mediterranean)</a:t>
            </a:r>
            <a:endParaRPr lang="en-US" sz="2000" dirty="0"/>
          </a:p>
        </p:txBody>
      </p:sp>
      <p:pic>
        <p:nvPicPr>
          <p:cNvPr id="4" name="Image 0" descr="/mnt/data/eda_plots/inc_top_cau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7863840" cy="5532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960120"/>
            <a:ext cx="3611880" cy="5532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0515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(ggplot2) snippet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41080" y="1298448"/>
            <a:ext cx="324612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replace_na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`Cause of death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"Unknown"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slice_head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ggplot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reorder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geom_col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coord_flip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6565392"/>
            <a:ext cx="11567160" cy="2377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592824"/>
            <a:ext cx="11292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Typically, “Drowning” dominates. Useful as a check for coding changes over time (composition effects).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Incidents: spatial distribution of recorded locations (pre/post MoU)</a:t>
            </a:r>
            <a:endParaRPr lang="en-US" sz="2000" dirty="0"/>
          </a:p>
        </p:txBody>
      </p:sp>
      <p:pic>
        <p:nvPicPr>
          <p:cNvPr id="4" name="Image 0" descr="/mnt/data/eda_plots/inc_spatial_scatter_prep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7863840" cy="5532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960120"/>
            <a:ext cx="3611880" cy="5532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05156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(ggplot2) snippet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41080" y="1298448"/>
            <a:ext cx="324612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is.na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Latitude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is.na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if_else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incident_date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as.Date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"2017-02-02"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 MoU"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"Post MoU"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%&gt;%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ggplot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Longitude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Latitude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geom_point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.35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size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6565392"/>
            <a:ext cx="11567160" cy="2377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592824"/>
            <a:ext cx="11292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visualizes *reported* incident coordinates, not exposure-adjusted risk by location (needs traffic/rescue presence data).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takeaways and 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10881360" cy="5394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1430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quick plots already show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50876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attempt proxy is a constructed denominator (arrivals + LCG interceptions + deaths); the LCG series starts in 2016.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Mortality (deaths per attempt) is volatile month-to-month; this makes it essential to model seasonality and uncertainty.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Incident-level totals and TS route totals can diverge (classification + deaths vs deaths+missing).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Drowning dominates reported causes → but check whether “Unknown/Mixed” share changes in policy periods.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Spatial patterns are useful descriptively, but causal “where risk increases” needs exposure/rescue-presence proxies (AIS).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40690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EDA additions (easy wins)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monthly weather controls (wind + wave height) and re-plot mortality vs sea state.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a “SAR presence” proxy (NGO vessel-days or AIS-based presence) and overlay with mortality/incident geography.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Harmonize route definitions (TS vs incident data) and document your final definition in an appendix.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Once EDA is stable: move to a causal design (BSTS / event study) with clear intervention windows.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6492240"/>
            <a:ext cx="1088136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6528816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 script saved as: eda_plots.R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Mediterranean EDA</dc:title>
  <dc:subject>EDA on IOM Central Mediterranean migration datasets</dc:subject>
  <dc:creator>ChatGPT</dc:creator>
  <cp:lastModifiedBy>ChatGPT</cp:lastModifiedBy>
  <cp:revision>1</cp:revision>
  <dcterms:created xsi:type="dcterms:W3CDTF">2026-01-08T12:48:48Z</dcterms:created>
  <dcterms:modified xsi:type="dcterms:W3CDTF">2026-01-08T12:48:48Z</dcterms:modified>
</cp:coreProperties>
</file>